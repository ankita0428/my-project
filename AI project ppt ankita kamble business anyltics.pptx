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-316" y="120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xmlns="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xmlns="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xmlns="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xmlns="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xmlns="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xmlns="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xmlns="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xmlns="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xmlns="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xmlns="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xmlns="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xmlns="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xmlns="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xmlns="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xmlns="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xmlns="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xmlns="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xmlns="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xmlns="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xmlns="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xmlns="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xmlns="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xmlns="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Akita </a:t>
            </a:r>
            <a:r>
              <a:rPr lang="en-US" sz="1200" b="1" dirty="0" err="1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kamble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xmlns="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xmlns="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xmlns="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ankitakamble2728@gmail.com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xmlns="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xmlns="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xmlns="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Guide Name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xmlns="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xmlns="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xmlns="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xmlns="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xmlns="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xmlns="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xmlns="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xmlns="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8849028-F25C-7DA0-DE56-0DC142EECABD}"/>
              </a:ext>
            </a:extLst>
          </p:cNvPr>
          <p:cNvSpPr txBox="1"/>
          <p:nvPr/>
        </p:nvSpPr>
        <p:spPr>
          <a:xfrm>
            <a:off x="125240" y="1319394"/>
            <a:ext cx="50023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HR dataset with </a:t>
            </a:r>
            <a:r>
              <a:rPr lang="en-US" b="1" dirty="0"/>
              <a:t>500 records and 16 attributes</a:t>
            </a:r>
            <a:r>
              <a:rPr lang="en-US" dirty="0"/>
              <a:t> analyzed.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Data cleaned using </a:t>
            </a:r>
            <a:r>
              <a:rPr lang="en-US" b="1" dirty="0"/>
              <a:t>Excel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Insights visualized using </a:t>
            </a:r>
            <a:r>
              <a:rPr lang="en-US" b="1" dirty="0"/>
              <a:t>Power BI dashboards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Focus on </a:t>
            </a:r>
            <a:r>
              <a:rPr lang="en-US" b="1" dirty="0"/>
              <a:t>attrition, salary, and performance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endParaRPr lang="en-US" dirty="0"/>
          </a:p>
          <a:p>
            <a:r>
              <a:rPr lang="en-US" b="1" dirty="0"/>
              <a:t>AI tools</a:t>
            </a:r>
            <a:r>
              <a:rPr lang="en-US" dirty="0"/>
              <a:t> used for quick insights. 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xmlns="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E76AC24-5CB7-D860-6A01-E6D8ABD38610}"/>
              </a:ext>
            </a:extLst>
          </p:cNvPr>
          <p:cNvSpPr txBox="1"/>
          <p:nvPr/>
        </p:nvSpPr>
        <p:spPr>
          <a:xfrm>
            <a:off x="0" y="1593723"/>
            <a:ext cx="473825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/>
              <a:t>HR data is </a:t>
            </a:r>
            <a:r>
              <a:rPr lang="en-US" b="1" dirty="0"/>
              <a:t>large and </a:t>
            </a:r>
            <a:r>
              <a:rPr lang="en-US" b="1" dirty="0" smtClean="0"/>
              <a:t>unstructured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 smtClean="0"/>
              <a:t> </a:t>
            </a:r>
            <a:r>
              <a:rPr lang="en-US" dirty="0"/>
              <a:t>Difficult to analyze manually </a:t>
            </a:r>
            <a:endParaRPr lang="en-US" dirty="0" smtClean="0"/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 smtClean="0"/>
              <a:t>Hard </a:t>
            </a:r>
            <a:r>
              <a:rPr lang="en-US" dirty="0"/>
              <a:t>to identify </a:t>
            </a:r>
            <a:r>
              <a:rPr lang="en-US" b="1" dirty="0"/>
              <a:t>attrition &amp; performance </a:t>
            </a:r>
            <a:endParaRPr lang="en-US" b="1" dirty="0" smtClean="0"/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 smtClean="0"/>
              <a:t>trends</a:t>
            </a:r>
            <a:r>
              <a:rPr lang="en-US" dirty="0" smtClean="0"/>
              <a:t> </a:t>
            </a:r>
            <a:r>
              <a:rPr lang="en-US" dirty="0"/>
              <a:t>Need for </a:t>
            </a:r>
            <a:r>
              <a:rPr lang="en-US" b="1" dirty="0"/>
              <a:t>data-driven decision </a:t>
            </a:r>
            <a:r>
              <a:rPr lang="en-US" b="1" dirty="0" smtClean="0"/>
              <a:t>system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</a:t>
            </a:r>
            <a:r>
              <a:rPr lang="en-US" dirty="0"/>
              <a:t>Clean data using </a:t>
            </a:r>
            <a:r>
              <a:rPr lang="en-US" b="1" dirty="0"/>
              <a:t>Excel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Analyze using </a:t>
            </a:r>
            <a:r>
              <a:rPr lang="en-US" b="1" dirty="0"/>
              <a:t>Power BI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Create </a:t>
            </a:r>
            <a:r>
              <a:rPr lang="en-US" b="1" dirty="0"/>
              <a:t>interactive dashboards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AI tools</a:t>
            </a:r>
            <a:r>
              <a:rPr lang="en-US" dirty="0"/>
              <a:t> for insights 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/>
              <a:t>Input:</a:t>
            </a:r>
            <a:r>
              <a:rPr lang="en-IN" sz="1600" dirty="0"/>
              <a:t> HR dataset (500×16</a:t>
            </a:r>
            <a:r>
              <a:rPr lang="en-IN" sz="1600" dirty="0" smtClean="0"/>
              <a:t>)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 smtClean="0"/>
              <a:t>Processing</a:t>
            </a:r>
            <a:r>
              <a:rPr lang="en-IN" sz="1600" b="1" dirty="0"/>
              <a:t>:</a:t>
            </a:r>
            <a:r>
              <a:rPr lang="en-IN" sz="1600" dirty="0"/>
              <a:t> Data cleaning &amp; </a:t>
            </a:r>
            <a:r>
              <a:rPr lang="en-IN" sz="1600" dirty="0" smtClean="0"/>
              <a:t>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 smtClean="0"/>
              <a:t>Visualization</a:t>
            </a:r>
            <a:r>
              <a:rPr lang="en-IN" sz="1600" b="1" dirty="0"/>
              <a:t>:</a:t>
            </a:r>
            <a:r>
              <a:rPr lang="en-IN" sz="1600" dirty="0"/>
              <a:t> Power BI dashboards </a:t>
            </a:r>
            <a:r>
              <a:rPr lang="en-IN" sz="1600" b="1" dirty="0"/>
              <a:t>AI Layer:</a:t>
            </a:r>
            <a:r>
              <a:rPr lang="en-IN" sz="1600" dirty="0"/>
              <a:t> </a:t>
            </a:r>
            <a:r>
              <a:rPr lang="en-IN" sz="1600" dirty="0" err="1"/>
              <a:t>ChatGPT</a:t>
            </a:r>
            <a:r>
              <a:rPr lang="en-IN" sz="1600" dirty="0"/>
              <a:t> / </a:t>
            </a:r>
            <a:r>
              <a:rPr lang="en-IN" sz="1600" dirty="0" err="1" smtClean="0"/>
              <a:t>Copilot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 smtClean="0"/>
              <a:t>Output</a:t>
            </a:r>
            <a:r>
              <a:rPr lang="en-IN" sz="1600" b="1" dirty="0"/>
              <a:t>:</a:t>
            </a:r>
            <a:r>
              <a:rPr lang="en-IN" sz="1600" dirty="0"/>
              <a:t> Insights &amp; </a:t>
            </a:r>
            <a:r>
              <a:rPr lang="en-IN" sz="1600" dirty="0" smtClean="0"/>
              <a:t>reports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smtClean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15" y="2287158"/>
            <a:ext cx="2735525" cy="24711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t="-7764" r="1645" b="20513"/>
          <a:stretch/>
        </p:blipFill>
        <p:spPr>
          <a:xfrm>
            <a:off x="3218688" y="2146356"/>
            <a:ext cx="2824568" cy="252395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mtClean="0"/>
              <a:t>Converted </a:t>
            </a:r>
            <a:r>
              <a:rPr lang="en-US" dirty="0"/>
              <a:t>raw data into </a:t>
            </a:r>
            <a:r>
              <a:rPr lang="en-US" b="1" dirty="0"/>
              <a:t>useful insights</a:t>
            </a:r>
            <a:r>
              <a:rPr lang="en-US" dirty="0"/>
              <a:t> </a:t>
            </a:r>
          </a:p>
          <a:p>
            <a:r>
              <a:rPr lang="en-US" dirty="0"/>
              <a:t>Identified </a:t>
            </a:r>
            <a:r>
              <a:rPr lang="en-US" b="1" dirty="0"/>
              <a:t>attrition &amp; performance trends</a:t>
            </a:r>
            <a:r>
              <a:rPr lang="en-US" dirty="0"/>
              <a:t> </a:t>
            </a:r>
          </a:p>
          <a:p>
            <a:r>
              <a:rPr lang="en-US" dirty="0"/>
              <a:t>Improved </a:t>
            </a:r>
            <a:r>
              <a:rPr lang="en-US" b="1" dirty="0"/>
              <a:t>decision-making</a:t>
            </a:r>
            <a:r>
              <a:rPr lang="en-US" dirty="0"/>
              <a:t> </a:t>
            </a:r>
          </a:p>
          <a:p>
            <a:r>
              <a:rPr lang="en-US" dirty="0"/>
              <a:t>Demonstrates importance of </a:t>
            </a:r>
            <a:r>
              <a:rPr lang="en-US" b="1" dirty="0"/>
              <a:t>Business Analytics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xmlns="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Add </a:t>
            </a:r>
            <a:r>
              <a:rPr lang="en-US" b="1" dirty="0"/>
              <a:t>predictive analytics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Use </a:t>
            </a:r>
            <a:r>
              <a:rPr lang="en-US" b="1" dirty="0"/>
              <a:t>real-time data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Build </a:t>
            </a:r>
            <a:r>
              <a:rPr lang="en-US" b="1" dirty="0"/>
              <a:t>advanced </a:t>
            </a:r>
            <a:r>
              <a:rPr lang="en-US" b="1" dirty="0" smtClean="0"/>
              <a:t>dashboards</a:t>
            </a:r>
          </a:p>
          <a:p>
            <a:endParaRPr lang="en-US" b="1" dirty="0" smtClean="0"/>
          </a:p>
          <a:p>
            <a:r>
              <a:rPr lang="en-US" dirty="0" smtClean="0"/>
              <a:t> </a:t>
            </a:r>
            <a:r>
              <a:rPr lang="en-US" dirty="0"/>
              <a:t>Develop </a:t>
            </a:r>
            <a:r>
              <a:rPr lang="en-US" b="1" dirty="0"/>
              <a:t>web/app system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xmlns="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276</Words>
  <Application>Microsoft Office PowerPoint</Application>
  <PresentationFormat>On-screen Show (16:9)</PresentationFormat>
  <Paragraphs>86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hp</cp:lastModifiedBy>
  <cp:revision>27</cp:revision>
  <dcterms:created xsi:type="dcterms:W3CDTF">2026-02-18T09:17:23Z</dcterms:created>
  <dcterms:modified xsi:type="dcterms:W3CDTF">2026-04-12T10:52:54Z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